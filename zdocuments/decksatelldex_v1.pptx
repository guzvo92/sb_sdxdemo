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atelldex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5425589" y="409575"/>
            <a:ext cx="76200" cy="76200"/>
          </a:xfrm>
          <a:prstGeom prst="ellipse">
            <a:avLst/>
          </a:prstGeom>
          <a:solidFill>
            <a:srgbClr val="22C55E">
              <a:alpha val="30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30081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616089" y="381000"/>
            <a:ext cx="21385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· satelldex.com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885331"/>
            <a:ext cx="1589038" cy="2476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2952006"/>
            <a:ext cx="14175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· MAINNET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2617738" y="2885331"/>
            <a:ext cx="2175867" cy="247650"/>
          </a:xfrm>
          <a:prstGeom prst="rect">
            <a:avLst/>
          </a:prstGeom>
          <a:ln w="9525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1563" y="2952006"/>
            <a:ext cx="200441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FRONTIER HACKATHON 2026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914400" y="3447306"/>
            <a:ext cx="395633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what the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4087267"/>
            <a:ext cx="32970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14400" y="4851053"/>
            <a:ext cx="808405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doing.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14400" y="5833914"/>
            <a:ext cx="647509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holder intelligence for any Solana token.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distributions retail never gets to see.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6953994"/>
            <a:ext cx="7848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7192119"/>
            <a:ext cx="762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7363569"/>
            <a:ext cx="3924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3000" y="7192119"/>
            <a:ext cx="830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CATEGORY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3000" y="7363569"/>
            <a:ext cx="3924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· DePIN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7792194"/>
            <a:ext cx="762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7963644"/>
            <a:ext cx="3924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· since 2024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3000" y="7792194"/>
            <a:ext cx="762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3000" y="7963644"/>
            <a:ext cx="3924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satelldex.com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25000" y="3647480"/>
            <a:ext cx="7848600" cy="3754041"/>
          </a:xfrm>
          <a:prstGeom prst="rect">
            <a:avLst/>
          </a:prstGeom>
          <a:solidFill>
            <a:srgbClr val="0D1428"/>
          </a:solidFill>
          <a:ln w="9525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50800" dir="16200000">
              <a:srgbClr val="22D3EE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34525" y="3657005"/>
            <a:ext cx="7829550" cy="352425"/>
          </a:xfrm>
          <a:prstGeom prst="rect">
            <a:avLst/>
          </a:prstGeom>
          <a:solidFill>
            <a:srgbClr val="22D3EE">
              <a:alpha val="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34525" y="3999905"/>
            <a:ext cx="782955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7" name="Shape 25"/>
          <p:cNvSpPr/>
          <p:nvPr/>
        </p:nvSpPr>
        <p:spPr>
          <a:xfrm>
            <a:off x="9667875" y="3771305"/>
            <a:ext cx="114300" cy="11430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39325" y="3771305"/>
            <a:ext cx="114300" cy="11430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0775" y="3771305"/>
            <a:ext cx="114300" cy="11430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15575" y="3771305"/>
            <a:ext cx="23962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 // TEST OS · v1.1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801225" y="4238030"/>
            <a:ext cx="7531037" cy="296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[Version 1.1] (c) Satellbyte Labs 2026. test_OS&gt;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whojeet()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Uploading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connections ...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hodlers ...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Bots deployed: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####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found: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####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test_OS&gt;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scan_ready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600" y="9810750"/>
            <a:ext cx="176361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/ 10 · COVER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866144" y="9810750"/>
            <a:ext cx="2896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HOLDER INTELLIGENCE FOR SOLANA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99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9872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Solana cycle </a:t>
            </a:r>
            <a:pPr algn="l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plays out the same way.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" y="2667000"/>
            <a:ext cx="3971925" cy="28384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943225"/>
            <a:ext cx="36005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3352800"/>
            <a:ext cx="36005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token pumps.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525" y="3714750"/>
            <a:ext cx="3600545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Thousands of wallets pile in within minutes. The chart prints green. Twitter wakes up.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076825" y="2667000"/>
            <a:ext cx="3971925" cy="28384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4950" y="2943225"/>
            <a:ext cx="36005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14950" y="3352800"/>
            <a:ext cx="36005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"Holders look organic."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14950" y="3714750"/>
            <a:ext cx="3600545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Someone posts a screenshot. Nobody verifies. Historical holder data is paywalled.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239250" y="2667000"/>
            <a:ext cx="3971925" cy="28384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7375" y="2943225"/>
            <a:ext cx="36005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T+14d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477375" y="3352800"/>
            <a:ext cx="36005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Sub-$100 wallets bleed.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77375" y="3714750"/>
            <a:ext cx="3600545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candle drips. Plankton exit silently. Nothing on DexScreener shows it.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3401675" y="2667000"/>
            <a:ext cx="3971925" cy="2838450"/>
          </a:xfrm>
          <a:prstGeom prst="rect">
            <a:avLst/>
          </a:prstGeom>
          <a:solidFill>
            <a:srgbClr val="0D1428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39800" y="2943225"/>
            <a:ext cx="36005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639800" y="3352800"/>
            <a:ext cx="36005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Deployer dumps 60%.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639800" y="3714750"/>
            <a:ext cx="3600545" cy="440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watches the candle fall. </a:t>
            </a:r>
            <a:pPr algn="l" indent="0" marL="0">
              <a:lnSpc>
                <a:spcPct val="155000"/>
              </a:lnSpc>
              <a:buNone/>
            </a:pPr>
            <a:r>
              <a:rPr lang="en-US" sz="975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They never knew they could have seen it coming.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914400" y="8479185"/>
            <a:ext cx="16459200" cy="760065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8479185"/>
            <a:ext cx="38100" cy="76006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300" y="8707785"/>
            <a:ext cx="16305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22D3E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signal was on-chain the whole time — in the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holders, not the price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22D3E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We built the panel that reads it.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09600" y="9810750"/>
            <a:ext cx="16698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/ 10 · HOOK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897374" y="9810750"/>
            <a:ext cx="18572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PATTERN REPEATS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3521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LANDSCAPE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tools.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fail retail.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4400" y="2667000"/>
            <a:ext cx="5359301" cy="4171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943225"/>
            <a:ext cx="50295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CATEGORY 01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152525" y="3248025"/>
            <a:ext cx="50295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DexScreener Birdeye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52525" y="4078486"/>
            <a:ext cx="5029542" cy="641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· liquidity · volume.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context on who holds the token.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whale can drain the pool and you only see it when the candle collapsed.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152525" y="5999857"/>
            <a:ext cx="4883051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6180832"/>
            <a:ext cx="502954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65" kern="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GAP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52525" y="6404670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concentrated token looks the same as an organic one.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64201" y="2667000"/>
            <a:ext cx="5359450" cy="4171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326" y="2943225"/>
            <a:ext cx="50296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CATEGORY 02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702326" y="3248025"/>
            <a:ext cx="502969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Helius Dune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02326" y="4078486"/>
            <a:ext cx="5029696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They have the data.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Historical time-series locked behind $4–10k/month enterprise plans.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Unreachable for retail.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6702326" y="5999857"/>
            <a:ext cx="48832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326" y="6180832"/>
            <a:ext cx="502969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65" kern="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02326" y="6404670"/>
            <a:ext cx="3037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funds. Retail gets a price chart.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014150" y="2667000"/>
            <a:ext cx="5359450" cy="4171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275" y="2943225"/>
            <a:ext cx="50296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CATEGORY 03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2252275" y="3248025"/>
            <a:ext cx="502969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GMGN Nansen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252275" y="4078486"/>
            <a:ext cx="5029696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Influencer wallets only.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Blind to the rest of the cap-table.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loud 1% is tracked — the other 99% never enters the dashboard.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2252275" y="5999857"/>
            <a:ext cx="48832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8" name="Text 26"/>
          <p:cNvSpPr/>
          <p:nvPr/>
        </p:nvSpPr>
        <p:spPr>
          <a:xfrm>
            <a:off x="12252275" y="6180832"/>
            <a:ext cx="502969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65" kern="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GAP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252275" y="6404670"/>
            <a:ext cx="2339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whale lens isn't a holder lens.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8498235"/>
            <a:ext cx="16459200" cy="741015"/>
          </a:xfrm>
          <a:prstGeom prst="rect">
            <a:avLst/>
          </a:prstGeom>
          <a:solidFill>
            <a:srgbClr val="D946EF">
              <a:alpha val="8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28725" y="8717310"/>
            <a:ext cx="1632432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D946E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0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invests blind.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D946E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80% of supply can sit in five coordinated wallets — undetectable until the rug.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09600" y="9810750"/>
            <a:ext cx="21385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/ 10 · LANDSCAPE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022586" y="9810750"/>
            <a:ext cx="37654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PRICE-ONLY · GATED · INFLUENCER-CENTRIC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88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8804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050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WHAT WE SHOW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layers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intelligence.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3080296"/>
            <a:ext cx="1373505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tells you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Holders tell you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Two metrics nobody else publishes for free.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688854"/>
            <a:ext cx="5359301" cy="40957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525" y="3926979"/>
            <a:ext cx="502954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4279404"/>
            <a:ext cx="5029542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LIVE DISTRIBUTIONS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525" y="4877395"/>
            <a:ext cx="5029542" cy="1066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 daily with deltas at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· 7D · 14D · 30D · 60D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Liquidity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pool + top clusters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USD value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7 brackets, +$50k → &lt;$100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Raw amount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8 log brackets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152525" y="6508254"/>
            <a:ext cx="4883051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6689229"/>
            <a:ext cx="857250" cy="85725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81225" y="6922591"/>
            <a:ext cx="85725" cy="85725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2324100" y="6913066"/>
            <a:ext cx="3049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32213" y="6922591"/>
            <a:ext cx="85725" cy="8572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275088" y="6913066"/>
            <a:ext cx="533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1-10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81225" y="7074991"/>
            <a:ext cx="85725" cy="8572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2324100" y="7065466"/>
            <a:ext cx="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11-20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32213" y="7074991"/>
            <a:ext cx="85725" cy="85725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/>
          <p:nvPr/>
        </p:nvSpPr>
        <p:spPr>
          <a:xfrm>
            <a:off x="4275088" y="7065466"/>
            <a:ext cx="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21-50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81225" y="7227391"/>
            <a:ext cx="85725" cy="85725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2324100" y="7217866"/>
            <a:ext cx="647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51-100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32213" y="7227391"/>
            <a:ext cx="85725" cy="85725"/>
          </a:xfrm>
          <a:prstGeom prst="rect">
            <a:avLst/>
          </a:prstGeom>
          <a:solidFill>
            <a:srgbClr val="5D6D8A"/>
          </a:solidFill>
          <a:ln/>
        </p:spPr>
      </p:sp>
      <p:sp>
        <p:nvSpPr>
          <p:cNvPr id="27" name="Text 25"/>
          <p:cNvSpPr/>
          <p:nvPr/>
        </p:nvSpPr>
        <p:spPr>
          <a:xfrm>
            <a:off x="4275088" y="7217866"/>
            <a:ext cx="419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64201" y="3688854"/>
            <a:ext cx="5359450" cy="40957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326" y="3926979"/>
            <a:ext cx="50296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02326" y="4279404"/>
            <a:ext cx="5029696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MARINE TIERS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326" y="4877395"/>
            <a:ext cx="5029696" cy="1047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Wallets bucketed by USD held, with names everyone reads at a glance.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Whales-only is a coordinated trade. Whales + dolphins + shrimp is a real community.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6702326" y="6832104"/>
            <a:ext cx="48832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2326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326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🐋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02326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WHALE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7406729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729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🦈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406729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SHARK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8111133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1133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8111133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DOLPHIN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8815536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15536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🐟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815536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endParaRPr lang="en-US" sz="675" dirty="0"/>
          </a:p>
        </p:txBody>
      </p:sp>
      <p:sp>
        <p:nvSpPr>
          <p:cNvPr id="45" name="Shape 43"/>
          <p:cNvSpPr/>
          <p:nvPr/>
        </p:nvSpPr>
        <p:spPr>
          <a:xfrm>
            <a:off x="9519940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19940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🦀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519940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CRAB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10224343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24343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🦐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0224343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SHRIMP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10928747" y="7013079"/>
            <a:ext cx="656779" cy="533400"/>
          </a:xfrm>
          <a:prstGeom prst="rect">
            <a:avLst/>
          </a:prstGeom>
          <a:ln w="9525">
            <a:solidFill>
              <a:srgbClr val="1A25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28747" y="7108329"/>
            <a:ext cx="6567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928747" y="7355979"/>
            <a:ext cx="6567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PLNKTN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12014150" y="3688854"/>
            <a:ext cx="5359450" cy="40957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252275" y="3926979"/>
            <a:ext cx="50296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252275" y="4279404"/>
            <a:ext cx="5029696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EXITED HOLDERS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2252275" y="4877395"/>
            <a:ext cx="5029696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Wallets with the ATA alive but balance at zero.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cleanest signal of a token bleeding its base. No price chart shows it.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12252275" y="6698754"/>
            <a:ext cx="4883200" cy="9525"/>
          </a:xfrm>
          <a:prstGeom prst="rect">
            <a:avLst/>
          </a:prstGeom>
          <a:solidFill>
            <a:srgbClr val="1A2547"/>
          </a:solidFill>
          <a:ln/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275" y="6879729"/>
            <a:ext cx="3995291" cy="66675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16304716" y="7027366"/>
            <a:ext cx="830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+1,283</a:t>
            </a:r>
            <a:endParaRPr lang="en-US" sz="1650" dirty="0"/>
          </a:p>
        </p:txBody>
      </p:sp>
      <p:sp>
        <p:nvSpPr>
          <p:cNvPr id="61" name="Text 58"/>
          <p:cNvSpPr/>
          <p:nvPr/>
        </p:nvSpPr>
        <p:spPr>
          <a:xfrm>
            <a:off x="16304716" y="7294066"/>
            <a:ext cx="8307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09600" y="9810750"/>
            <a:ext cx="19509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/ 10 · PRODUCT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4022586" y="9810750"/>
            <a:ext cx="37654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DISTRIBUTIONS · 7 TIERS · EXIT SIGNAL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49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4869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IT'S BUILT · IT'S LIVE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905000"/>
            <a:ext cx="9378851" cy="4677966"/>
          </a:xfrm>
          <a:prstGeom prst="rect">
            <a:avLst/>
          </a:prstGeom>
          <a:solidFill>
            <a:srgbClr val="0D1428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50800" dir="16200000">
              <a:srgbClr val="22D3EE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1924050"/>
            <a:ext cx="9340751" cy="4278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74251" y="1905000"/>
            <a:ext cx="690017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token,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full picture.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0674251" y="2840236"/>
            <a:ext cx="19050" cy="65901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10902851" y="2840236"/>
            <a:ext cx="66647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HEADER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0902851" y="3011686"/>
            <a:ext cx="66647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in one row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02851" y="3316486"/>
            <a:ext cx="6664718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· supply deployed · scraped · amount lost. Snapshot timestamp + run ID — auditable.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674251" y="3727847"/>
            <a:ext cx="19050" cy="65901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10902851" y="3727847"/>
            <a:ext cx="66647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THREE PIES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902851" y="3899297"/>
            <a:ext cx="66647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· Accs · Tokens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02851" y="4204097"/>
            <a:ext cx="6664718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Liquidity by cluster · USD brackets A→X (whale → plankton) · raw token brackets +100M → &lt;1k.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674251" y="4615458"/>
            <a:ext cx="19050" cy="6685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10902851" y="4615458"/>
            <a:ext cx="66647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HISTORY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0902851" y="4786908"/>
            <a:ext cx="66647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snapshots, normalized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02851" y="5091708"/>
            <a:ext cx="6664718" cy="230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metric over time. Row-level growth table with </a:t>
            </a:r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[+N]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[−N]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deltas per snapshot.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674251" y="5512594"/>
            <a:ext cx="19050" cy="8417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1"/>
          <p:cNvSpPr/>
          <p:nvPr/>
        </p:nvSpPr>
        <p:spPr>
          <a:xfrm>
            <a:off x="10902851" y="5512594"/>
            <a:ext cx="66647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POOLS + HOLDERS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0902851" y="5684044"/>
            <a:ext cx="66647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pool · top 100 · all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902851" y="5988844"/>
            <a:ext cx="6664718" cy="403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 auto-detected. Top pools ranked by USD across Raydium / Orca / Meteora. Holders with Top 100 / +$100 / All toggles.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9600" y="9810750"/>
            <a:ext cx="16698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/ 10 · LIVE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959905" y="9810750"/>
            <a:ext cx="28000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SCREEN · satelldex.com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73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7340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SOLANA-NATIVE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action,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2705100"/>
            <a:ext cx="647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76400" y="2667000"/>
            <a:ext cx="745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email. No password.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76400" y="2990850"/>
            <a:ext cx="745617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 a token?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 your sub?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ed25519 via wallet-adapter, verified server-side with PyNaCl.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914400" y="3587055"/>
            <a:ext cx="80010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25180"/>
            <a:ext cx="647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76400" y="3787080"/>
            <a:ext cx="745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payments, validated.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76400" y="4110930"/>
            <a:ext cx="745617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 SPL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SOL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Backend re-parses the tx, verifies the destination ATA owner, checks the amount with 5% drift tolerance. No Stripe.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914400" y="4707136"/>
            <a:ext cx="80010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45261"/>
            <a:ext cx="647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76400" y="4907161"/>
            <a:ext cx="745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Per-request signature.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76400" y="5231011"/>
            <a:ext cx="745617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call signs its own canonical message.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60s anti-replay. 10 sigs/min rate limit.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valid signature logged for audit.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14400" y="5827216"/>
            <a:ext cx="80010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6065341"/>
            <a:ext cx="647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76400" y="6027241"/>
            <a:ext cx="745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referrals on-chain.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76400" y="6351091"/>
            <a:ext cx="745617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KOL gets a slug.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?ref=&lt;slug&gt;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overrides the price and links subs to the referrer — verifiable from chain state.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9372600" y="2667000"/>
            <a:ext cx="8001000" cy="2928938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82125" y="3162300"/>
            <a:ext cx="798195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6" name="Text 24"/>
          <p:cNvSpPr/>
          <p:nvPr/>
        </p:nvSpPr>
        <p:spPr>
          <a:xfrm>
            <a:off x="9610725" y="2862263"/>
            <a:ext cx="26551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SIGNED REQUEST · X-WALLET-*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6284178" y="2828925"/>
            <a:ext cx="851297" cy="180975"/>
          </a:xfrm>
          <a:prstGeom prst="rect">
            <a:avLst/>
          </a:prstGeom>
          <a:ln w="9525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388953" y="2867025"/>
            <a:ext cx="71794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82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10725" y="3400425"/>
            <a:ext cx="775049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6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CANONICAL MESSAGE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610725" y="3581400"/>
            <a:ext cx="7524750" cy="538163"/>
          </a:xfrm>
          <a:prstGeom prst="rect">
            <a:avLst/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2650" y="3743325"/>
            <a:ext cx="7426642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satelldex:POST:/api/payment:1747001432918:a3f1c9e8d72b…d7c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610725" y="4310063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Pubkey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848975" y="4310063"/>
            <a:ext cx="6475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7Cyq4t…F6Xs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10725" y="4538663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848975" y="4538663"/>
            <a:ext cx="6475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10725" y="4767263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848975" y="4767263"/>
            <a:ext cx="6475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7Yz4Q9j8…ed25519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10725" y="4995863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Anti-replay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848975" y="4995863"/>
            <a:ext cx="6475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60s · OK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10725" y="5224463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848975" y="5224463"/>
            <a:ext cx="64750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 in last 60s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" y="8658225"/>
            <a:ext cx="164592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8915400"/>
            <a:ext cx="763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914400" y="9086850"/>
            <a:ext cx="23397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services · 5 sources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3482727" y="8858250"/>
            <a:ext cx="1066949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44652" y="8963025"/>
            <a:ext cx="8192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3644652" y="9134475"/>
            <a:ext cx="81929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4644926" y="8858250"/>
            <a:ext cx="1438573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6851" y="8963025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+ MySQL 8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4806851" y="9134475"/>
            <a:ext cx="119092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6178748" y="8858250"/>
            <a:ext cx="1438573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40673" y="8963025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 scraper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6340673" y="9134475"/>
            <a:ext cx="119092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7712571" y="8858250"/>
            <a:ext cx="769739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74496" y="8963025"/>
            <a:ext cx="5220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Helius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7874496" y="9134475"/>
            <a:ext cx="52208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8577560" y="8858250"/>
            <a:ext cx="1141363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9485" y="8963025"/>
            <a:ext cx="8937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DexScreener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8739485" y="9134475"/>
            <a:ext cx="89371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pools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9814173" y="8858250"/>
            <a:ext cx="1587103" cy="476250"/>
          </a:xfrm>
          <a:prstGeom prst="rect">
            <a:avLst/>
          </a:prstGeom>
          <a:solidFill>
            <a:srgbClr val="0D1428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76098" y="8963025"/>
            <a:ext cx="13394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Raydium · Meteora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9976098" y="9134475"/>
            <a:ext cx="133945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49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liquidity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609600" y="9810750"/>
            <a:ext cx="25134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/ 10 · SOLANA-NATIVE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3928824" y="9810750"/>
            <a:ext cx="38620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ED25519 · ON-CHAIN PAYMENTS · NO COOKIES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65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65111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WHY 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conditions,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aligned.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4400" y="3238500"/>
            <a:ext cx="5308550" cy="4838700"/>
          </a:xfrm>
          <a:prstGeom prst="rect">
            <a:avLst/>
          </a:prstGeom>
          <a:solidFill>
            <a:srgbClr val="0D142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238500"/>
            <a:ext cx="530855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3581400"/>
            <a:ext cx="49184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81100" y="4267200"/>
            <a:ext cx="49184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DEX at ATH 2025-26.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1100" y="4914900"/>
            <a:ext cx="4918405" cy="73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new tokens, more rugs, more affected communities. </a:t>
            </a:r>
            <a:pPr algn="l"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5-source aggregation is feasible at consumer pricing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first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89650" y="3238500"/>
            <a:ext cx="5308550" cy="4838700"/>
          </a:xfrm>
          <a:prstGeom prst="rect">
            <a:avLst/>
          </a:prstGeom>
          <a:solidFill>
            <a:srgbClr val="0D142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9650" y="3238500"/>
            <a:ext cx="5308550" cy="381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6" name="Text 14"/>
          <p:cNvSpPr/>
          <p:nvPr/>
        </p:nvSpPr>
        <p:spPr>
          <a:xfrm>
            <a:off x="6756350" y="3581400"/>
            <a:ext cx="49184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756350" y="4267200"/>
            <a:ext cx="49184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UX is finally usable.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56350" y="4914900"/>
            <a:ext cx="4918405" cy="72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years ago, signing was a friction wall. With Phantom or Solflare, </a:t>
            </a:r>
            <a:pPr algn="l"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one tap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Mobile Wallet Adapter closed the mobile gap.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064901" y="3238500"/>
            <a:ext cx="5308550" cy="4838700"/>
          </a:xfrm>
          <a:prstGeom prst="rect">
            <a:avLst/>
          </a:prstGeom>
          <a:solidFill>
            <a:srgbClr val="0D14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64901" y="3238500"/>
            <a:ext cx="5308550" cy="381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2331601" y="3581400"/>
            <a:ext cx="49184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2331601" y="4267200"/>
            <a:ext cx="49184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Post-rug retail wants the data.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31601" y="4914900"/>
            <a:ext cx="4918405" cy="73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who lost in 2024-25 stopped believing "trust me bro." </a:t>
            </a:r>
            <a:pPr algn="l"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Cold-traffic users pay $25/month before any paid acquisition.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9600" y="9810750"/>
            <a:ext cx="19509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/ 10 · WHY NOW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303722" y="9810750"/>
            <a:ext cx="34759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 · ONE-TAP SIGN · POST-RUG DEMAND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54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5365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TRACTION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 production.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data. Real subs.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4400" y="3810000"/>
            <a:ext cx="3971925" cy="2647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4086225"/>
            <a:ext cx="36005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TOKENS TRACKED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152525" y="4410075"/>
            <a:ext cx="3600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52525" y="5827514"/>
            <a:ext cx="360054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via Targets table. Memes · AI · infra. Hourly cron.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6825" y="3810000"/>
            <a:ext cx="3971925" cy="2647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4950" y="4086225"/>
            <a:ext cx="36005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SNAPSHOTS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14950" y="4410075"/>
            <a:ext cx="3600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1,797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14950" y="5827514"/>
            <a:ext cx="360054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Backfilled history. Every metric over time, downsampled for charts.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39250" y="3810000"/>
            <a:ext cx="3971925" cy="2647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7375" y="4086225"/>
            <a:ext cx="36005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HOLDER ROWS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477375" y="4410075"/>
            <a:ext cx="3600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82M </a:t>
            </a:r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rows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477375" y="5827514"/>
            <a:ext cx="360054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MySQL 8 with proper indexes. Batch 1000 holders / POST.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401675" y="3810000"/>
            <a:ext cx="3971925" cy="264795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39800" y="4086225"/>
            <a:ext cx="36005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PAYING SUBS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3639800" y="4410075"/>
            <a:ext cx="3600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 </a:t>
            </a:r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3639800" y="5817989"/>
            <a:ext cx="3600545" cy="401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subs from </a:t>
            </a:r>
            <a:pPr algn="l" indent="0" marL="0">
              <a:lnSpc>
                <a:spcPct val="15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traffic </a:t>
            </a:r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before any paid acquisition.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8020050"/>
            <a:ext cx="16459200" cy="552450"/>
          </a:xfrm>
          <a:prstGeom prst="rect">
            <a:avLst/>
          </a:prstGeom>
          <a:solidFill>
            <a:srgbClr val="22D3EE">
              <a:alpha val="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8562975"/>
            <a:ext cx="16459200" cy="952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8020050"/>
            <a:ext cx="16459200" cy="952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1219200" y="8215313"/>
            <a:ext cx="11299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ntokens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2730103" y="8224837"/>
            <a:ext cx="177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288953" y="8215313"/>
            <a:ext cx="17392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nsnapshots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1,797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409158" y="8224837"/>
            <a:ext cx="177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968008" y="8215313"/>
            <a:ext cx="1637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nwallets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763.5K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7986564" y="8224837"/>
            <a:ext cx="177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545413" y="8215313"/>
            <a:ext cx="13330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npools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33.7K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0259467" y="8224837"/>
            <a:ext cx="177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818316" y="8215313"/>
            <a:ext cx="17392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 days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2938522" y="8224837"/>
            <a:ext cx="177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3497371" y="8215313"/>
            <a:ext cx="13330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 </a:t>
            </a:r>
            <a:pPr algn="l" indent="0" marL="0">
              <a:buNone/>
            </a:pPr>
            <a:r>
              <a:rPr lang="en-US" sz="975" b="1" spc="21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14400" y="9048750"/>
            <a:ext cx="16952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microservices in production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Docker behind Nginx + TLS · own VPS. Subscription flow live. KOL referral layer shipped.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VC. No grant.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09600" y="9810750"/>
            <a:ext cx="2044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/ 10 · TRACTION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428565" y="9810750"/>
            <a:ext cx="23260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 · INDEXED · PAID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86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8610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335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BUSINESS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1695297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to explore. </a:t>
            </a:r>
            <a:pPr algn="l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to see everything.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4400" y="2667000"/>
            <a:ext cx="8096250" cy="5715000"/>
          </a:xfrm>
          <a:prstGeom prst="rect">
            <a:avLst/>
          </a:prstGeom>
          <a:solidFill>
            <a:srgbClr val="0D1428"/>
          </a:solidFill>
          <a:ln w="9525">
            <a:solidFill>
              <a:srgbClr val="1A2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8725" y="2943225"/>
            <a:ext cx="809774" cy="200025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2990850"/>
            <a:ext cx="67642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FREE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28725" y="32956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Free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28725" y="3743325"/>
            <a:ext cx="76916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28725" y="4181475"/>
            <a:ext cx="76916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WALLET SIGN ONLY · NO SIGNUP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1228725" y="4429125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6" name="Shape 14"/>
          <p:cNvSpPr/>
          <p:nvPr/>
        </p:nvSpPr>
        <p:spPr>
          <a:xfrm>
            <a:off x="1228725" y="4783336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4524375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552575" y="4524375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Price, supply, amount lost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228725" y="5137547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4878586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552575" y="4878586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Liquidity distribution — pool · top · others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228725" y="5491758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3" name="Text 21"/>
          <p:cNvSpPr/>
          <p:nvPr/>
        </p:nvSpPr>
        <p:spPr>
          <a:xfrm>
            <a:off x="1228725" y="5232797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552575" y="5232797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 distribution A-X (USD value)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228725" y="5845969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6" name="Text 24"/>
          <p:cNvSpPr/>
          <p:nvPr/>
        </p:nvSpPr>
        <p:spPr>
          <a:xfrm>
            <a:off x="1228725" y="5587008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552575" y="5587008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demo token · top 50 holders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228725" y="6200180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9" name="Text 27"/>
          <p:cNvSpPr/>
          <p:nvPr/>
        </p:nvSpPr>
        <p:spPr>
          <a:xfrm>
            <a:off x="1228725" y="5941219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552575" y="5941219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free view — read-only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9277350" y="2667000"/>
            <a:ext cx="8096250" cy="5715000"/>
          </a:xfrm>
          <a:prstGeom prst="rect">
            <a:avLst/>
          </a:prstGeom>
          <a:solidFill>
            <a:srgbClr val="D946EF">
              <a:alpha val="8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91675" y="2943225"/>
            <a:ext cx="2267248" cy="200025"/>
          </a:xfrm>
          <a:prstGeom prst="rect">
            <a:avLst/>
          </a:prstGeom>
          <a:ln w="9525">
            <a:solidFill>
              <a:srgbClr val="D94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6450" y="2990850"/>
            <a:ext cx="213389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5" kern="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ALPHA · LIMITED SEATS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591675" y="3257550"/>
            <a:ext cx="7467600" cy="733425"/>
          </a:xfrm>
          <a:prstGeom prst="rect">
            <a:avLst/>
          </a:prstGeom>
          <a:solidFill>
            <a:srgbClr val="FBBF24">
              <a:alpha val="10000"/>
            </a:srgbClr>
          </a:solidFill>
          <a:ln w="9525">
            <a:solidFill>
              <a:srgbClr val="FBBF2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9734550" y="3362325"/>
            <a:ext cx="740587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spc="3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HACKATHON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FBBF24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VIP — every token panel + global view —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unlocked for judges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FBBF24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/hackathonview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FBBF24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/globalhackathon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91675" y="41433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VIP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91675" y="4591050"/>
            <a:ext cx="76916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</a:t>
            </a:r>
            <a:endParaRPr lang="en-US" sz="2850" dirty="0"/>
          </a:p>
        </p:txBody>
      </p:sp>
      <p:sp>
        <p:nvSpPr>
          <p:cNvPr id="38" name="Text 36"/>
          <p:cNvSpPr/>
          <p:nvPr/>
        </p:nvSpPr>
        <p:spPr>
          <a:xfrm>
            <a:off x="9591675" y="5029200"/>
            <a:ext cx="76916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USDC SPL · NATIVE SOL · ON-CHAIN VALIDATED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591675" y="5276850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0" name="Shape 38"/>
          <p:cNvSpPr/>
          <p:nvPr/>
        </p:nvSpPr>
        <p:spPr>
          <a:xfrm>
            <a:off x="9591675" y="5640586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1" name="Text 39"/>
          <p:cNvSpPr/>
          <p:nvPr/>
        </p:nvSpPr>
        <p:spPr>
          <a:xfrm>
            <a:off x="9591675" y="5372100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915525" y="5372100"/>
            <a:ext cx="735806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in Free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9591675" y="5994797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4" name="Text 42"/>
          <p:cNvSpPr/>
          <p:nvPr/>
        </p:nvSpPr>
        <p:spPr>
          <a:xfrm>
            <a:off x="9591675" y="5735836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9915525" y="5735836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tracked token, no limit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9591675" y="6349008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7" name="Text 45"/>
          <p:cNvSpPr/>
          <p:nvPr/>
        </p:nvSpPr>
        <p:spPr>
          <a:xfrm>
            <a:off x="9591675" y="6090047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9915525" y="6090047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pool + top-ranked pools table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9591675" y="6703219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50" name="Text 48"/>
          <p:cNvSpPr/>
          <p:nvPr/>
        </p:nvSpPr>
        <p:spPr>
          <a:xfrm>
            <a:off x="9591675" y="6444258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915525" y="6444258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historical charts · 60D deltas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9591675" y="7057430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53" name="Text 51"/>
          <p:cNvSpPr/>
          <p:nvPr/>
        </p:nvSpPr>
        <p:spPr>
          <a:xfrm>
            <a:off x="9591675" y="6798469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915525" y="6798469"/>
            <a:ext cx="7358063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holders — top 100 / +$100 / all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9591675" y="7421166"/>
            <a:ext cx="7467600" cy="9525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56" name="Text 54"/>
          <p:cNvSpPr/>
          <p:nvPr/>
        </p:nvSpPr>
        <p:spPr>
          <a:xfrm>
            <a:off x="9591675" y="7152680"/>
            <a:ext cx="3048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9915525" y="7152680"/>
            <a:ext cx="735806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Cross-token global view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(memes · ai · infra)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914400" y="8715375"/>
            <a:ext cx="16459200" cy="666750"/>
          </a:xfrm>
          <a:prstGeom prst="rect">
            <a:avLst/>
          </a:prstGeom>
          <a:solidFill>
            <a:srgbClr val="22D3EE">
              <a:alpha val="10000"/>
            </a:srgbClr>
          </a:solidFill>
          <a:ln w="9525">
            <a:solidFill>
              <a:srgbClr val="22D3EE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190625" y="8877300"/>
            <a:ext cx="8993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SECONDARY REVENUE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280493" y="8947993"/>
            <a:ext cx="15261388" cy="239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 referrals.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KOL gets a slug (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?ref=name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price overrides — subs link back to the referrer. Future: recurring · NFT receipts · token-gated VIP.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09600" y="9810750"/>
            <a:ext cx="2044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/ 10 · BUSINESS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4491246" y="9810750"/>
            <a:ext cx="32827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D6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FREEMIUM · ON-CHAIN PAY · KOL REFS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1950"/>
            <a:ext cx="1178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</a:t>
            </a:r>
            <a:pPr algn="l" indent="0" marL="0">
              <a:buNone/>
            </a:pPr>
            <a:r>
              <a:rPr lang="en-US" sz="1200" spc="7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864370" y="342900"/>
            <a:ext cx="1154757" cy="209550"/>
          </a:xfrm>
          <a:prstGeom prst="rect">
            <a:avLst/>
          </a:prstGeom>
          <a:ln w="9525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9145" y="390525"/>
            <a:ext cx="10214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ACTIVE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925330" y="409575"/>
            <a:ext cx="76200" cy="76200"/>
          </a:xfrm>
          <a:prstGeom prst="ellipse">
            <a:avLst/>
          </a:prstGeom>
          <a:solidFill>
            <a:srgbClr val="22C55E">
              <a:alpha val="38000"/>
            </a:srgbClr>
          </a:solidFill>
          <a:ln/>
          <a:effectLst>
            <a:outerShdw sx="100000" sy="100000" kx="0" ky="0" algn="bl" rotWithShape="0" blurRad="95250" dist="50800" dir="16200000">
              <a:srgbClr val="22C55E">
                <a:alpha val="3810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15830" y="381000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6952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THE BET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705100"/>
            <a:ext cx="16952976" cy="1969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Solana retail the same tools </a:t>
            </a:r>
            <a:pPr algn="l"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funds and whales have today.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816292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On-chain. Auditable. Without the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plan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today locks them out.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8705850"/>
            <a:ext cx="88296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 · no VC · no grant.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users pay the sub, the project lives.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8A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synthetic runway. No board pushing the wrong tradeoff. That's honest, and that's the bet.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769501" y="7058620"/>
            <a:ext cx="6603950" cy="2275880"/>
          </a:xfrm>
          <a:prstGeom prst="rect">
            <a:avLst/>
          </a:prstGeom>
          <a:solidFill>
            <a:srgbClr val="22D3EE">
              <a:alpha val="1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45726" y="7334845"/>
            <a:ext cx="623304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45726" y="7702451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1714411" y="7721501"/>
            <a:ext cx="7451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SatellDex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1045726" y="7934771"/>
            <a:ext cx="3734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975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11714559" y="7934771"/>
            <a:ext cx="10420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u="sng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satelldex.com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045726" y="8167092"/>
            <a:ext cx="819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1937206" y="8186142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Colosseum · Solana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1937355" y="8408938"/>
            <a:ext cx="17853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Frontier Hackathon 2026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045726" y="8622209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714411" y="8641259"/>
            <a:ext cx="12651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8A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· DePIN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045726" y="8854529"/>
            <a:ext cx="5220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1714559" y="8873579"/>
            <a:ext cx="13394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Shipped · daily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09600" y="9810750"/>
            <a:ext cx="15760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/ 10 · 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245632" y="9810750"/>
            <a:ext cx="15089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SCAN COMPLETE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2026-05-13T00:37:00Z</dcterms:created>
  <dcterms:modified xsi:type="dcterms:W3CDTF">2026-05-13T00:37:00Z</dcterms:modified>
</cp:coreProperties>
</file>